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59" r:id="rId3"/>
    <p:sldId id="261" r:id="rId4"/>
    <p:sldId id="262" r:id="rId5"/>
    <p:sldId id="265" r:id="rId6"/>
    <p:sldId id="263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3F197-3660-46F1-B046-10D98FF8A52F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4B6DC-DE12-43A1-AC70-E141F44B1A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94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Kz_2603</a:t>
            </a:r>
            <a:br>
              <a:rPr kumimoji="1" lang="en-US" altLang="ja-JP" dirty="0"/>
            </a:br>
            <a:r>
              <a:rPr kumimoji="1" lang="en-US" altLang="ja-JP" dirty="0" err="1"/>
              <a:t>PerHomer</a:t>
            </a:r>
            <a:r>
              <a:rPr kumimoji="1" lang="ja-JP" altLang="en-US" dirty="0"/>
              <a:t>の発表を始めます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4B6DC-DE12-43A1-AC70-E141F44B1AE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042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b="1" dirty="0"/>
              <a:t>授業は</a:t>
            </a:r>
            <a:r>
              <a:rPr kumimoji="1" lang="en-US" altLang="ja-JP" b="1" dirty="0"/>
              <a:t>100</a:t>
            </a:r>
            <a:r>
              <a:rPr kumimoji="1" lang="ja-JP" altLang="en-US" b="1" dirty="0"/>
              <a:t>分間あることを強調できたらいいな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4B6DC-DE12-43A1-AC70-E141F44B1AE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238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4B6DC-DE12-43A1-AC70-E141F44B1AE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402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CEB49-6AA6-B6D0-AEA5-DB498EBD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9090C5-7CDF-9F53-B721-1B2934934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F1C64-6DBA-D8E4-9876-6D335D7A7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258454-6A54-60F2-2724-82C8A7678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4B6DC-DE12-43A1-AC70-E141F44B1AE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048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4B6DC-DE12-43A1-AC70-E141F44B1AE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032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19D880-2388-2160-DE09-82159D03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676-04B5-4120-BF7D-0FEAA7D05C18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423378-9816-7806-ACDC-69A38168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59B3AD-C264-833D-E82C-00EB12D9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B24F-38FC-47AB-A206-D17337701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B407DE-8B2A-E275-5CDB-687002519C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BBAFCA8-74F5-B9F1-D7D5-80F3E1E57F42}"/>
              </a:ext>
            </a:extLst>
          </p:cNvPr>
          <p:cNvSpPr/>
          <p:nvPr userDrawn="1"/>
        </p:nvSpPr>
        <p:spPr>
          <a:xfrm>
            <a:off x="527304" y="393192"/>
            <a:ext cx="11137392" cy="6071616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93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F1C58-47FE-2822-FFE1-08195BD7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54D7FC-4BA8-EE34-99B1-617303E6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676-04B5-4120-BF7D-0FEAA7D05C18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00BB24-E689-E658-BEFE-2CA0F3F1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C55F73-956C-9A00-35C4-E742CB02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B24F-38FC-47AB-A206-D17337701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14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FB4252-023D-E7E4-9568-935ABB68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9680A6-3B3D-DFE7-4BC5-F1CB8E93C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E868DC-A99C-879D-FF51-2BDE00605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52676-04B5-4120-BF7D-0FEAA7D05C18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111F57-F8C5-374C-CD82-99A5E5277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93D9D7-AE48-A60D-9EC4-5C3C5F78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0B24F-38FC-47AB-A206-D17337701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63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4102-A987-463D-802A-2E463248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80759AE-A885-2455-E96C-F4458DE3AD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5BBB451-2D10-D41D-54B4-23C5880A1D6E}"/>
              </a:ext>
            </a:extLst>
          </p:cNvPr>
          <p:cNvSpPr/>
          <p:nvPr/>
        </p:nvSpPr>
        <p:spPr>
          <a:xfrm>
            <a:off x="527304" y="393192"/>
            <a:ext cx="11137392" cy="6071616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22913A-D7C1-7119-8AEB-854F626F95A0}"/>
              </a:ext>
            </a:extLst>
          </p:cNvPr>
          <p:cNvSpPr txBox="1"/>
          <p:nvPr/>
        </p:nvSpPr>
        <p:spPr>
          <a:xfrm>
            <a:off x="2966777" y="1923464"/>
            <a:ext cx="625844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500" b="1" dirty="0">
                <a:solidFill>
                  <a:schemeClr val="bg1"/>
                </a:solidFill>
                <a:latin typeface="+mn-ea"/>
              </a:rPr>
              <a:t>コーディネート</a:t>
            </a:r>
            <a:r>
              <a:rPr lang="en-US" altLang="ja-JP" sz="4500" b="1" dirty="0">
                <a:solidFill>
                  <a:schemeClr val="bg1"/>
                </a:solidFill>
                <a:latin typeface="+mn-ea"/>
              </a:rPr>
              <a:t> x Tech</a:t>
            </a:r>
            <a:endParaRPr kumimoji="1" lang="ja-JP" altLang="en-US" sz="45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470013-D076-228A-57DC-3567684CF1F8}"/>
              </a:ext>
            </a:extLst>
          </p:cNvPr>
          <p:cNvSpPr txBox="1"/>
          <p:nvPr/>
        </p:nvSpPr>
        <p:spPr>
          <a:xfrm>
            <a:off x="4061488" y="4750828"/>
            <a:ext cx="14109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200" b="1" dirty="0">
                <a:solidFill>
                  <a:schemeClr val="bg1"/>
                </a:solidFill>
              </a:rPr>
              <a:t>kz__2603</a:t>
            </a:r>
            <a:endParaRPr kumimoji="1" lang="ja-JP" alt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E8D833-72F7-337F-C9D0-51C2520C0F86}"/>
              </a:ext>
            </a:extLst>
          </p:cNvPr>
          <p:cNvSpPr txBox="1"/>
          <p:nvPr/>
        </p:nvSpPr>
        <p:spPr>
          <a:xfrm>
            <a:off x="5567256" y="4582241"/>
            <a:ext cx="258917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800" b="1" dirty="0" err="1">
                <a:solidFill>
                  <a:schemeClr val="bg2">
                    <a:lumMod val="75000"/>
                  </a:schemeClr>
                </a:solidFill>
              </a:rPr>
              <a:t>PerHomer</a:t>
            </a:r>
            <a:endParaRPr kumimoji="1" lang="ja-JP" altLang="en-US" sz="3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04D94C-2A85-EA8D-2F36-D4EB7B08CFF3}"/>
              </a:ext>
            </a:extLst>
          </p:cNvPr>
          <p:cNvSpPr txBox="1"/>
          <p:nvPr/>
        </p:nvSpPr>
        <p:spPr>
          <a:xfrm>
            <a:off x="2135767" y="2843215"/>
            <a:ext cx="827021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300" b="1" dirty="0">
                <a:solidFill>
                  <a:schemeClr val="bg1"/>
                </a:solidFill>
              </a:rPr>
              <a:t>AI</a:t>
            </a:r>
            <a:r>
              <a:rPr kumimoji="1" lang="ja-JP" altLang="en-US" sz="6300" b="1" dirty="0">
                <a:solidFill>
                  <a:schemeClr val="bg1"/>
                </a:solidFill>
              </a:rPr>
              <a:t>と決める</a:t>
            </a:r>
            <a:r>
              <a:rPr kumimoji="1" lang="ja-JP" altLang="en-US" sz="6300" b="1" dirty="0">
                <a:solidFill>
                  <a:schemeClr val="bg2">
                    <a:lumMod val="75000"/>
                  </a:schemeClr>
                </a:solidFill>
              </a:rPr>
              <a:t>最適</a:t>
            </a:r>
            <a:r>
              <a:rPr kumimoji="1" lang="ja-JP" altLang="en-US" sz="6300" b="1" dirty="0">
                <a:solidFill>
                  <a:schemeClr val="bg1"/>
                </a:solidFill>
              </a:rPr>
              <a:t>コーデ</a:t>
            </a:r>
          </a:p>
        </p:txBody>
      </p:sp>
    </p:spTree>
    <p:extLst>
      <p:ext uri="{BB962C8B-B14F-4D97-AF65-F5344CB8AC3E}">
        <p14:creationId xmlns:p14="http://schemas.microsoft.com/office/powerpoint/2010/main" val="167804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1"/>
    </mc:Choice>
    <mc:Fallback xmlns="">
      <p:transition spd="slow" advTm="42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C2A3-6709-CFBA-C185-0C4BAF31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5C9624-BCF5-3D51-5F8F-5C3D977C2442}"/>
              </a:ext>
            </a:extLst>
          </p:cNvPr>
          <p:cNvSpPr txBox="1"/>
          <p:nvPr/>
        </p:nvSpPr>
        <p:spPr>
          <a:xfrm>
            <a:off x="1792224" y="1648350"/>
            <a:ext cx="403187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000" b="1" dirty="0">
                <a:solidFill>
                  <a:schemeClr val="bg1"/>
                </a:solidFill>
                <a:latin typeface="游ゴシック 本文"/>
              </a:rPr>
              <a:t>講義室が</a:t>
            </a:r>
            <a:r>
              <a:rPr kumimoji="1" lang="ja-JP" altLang="en-US" sz="5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游ゴシック 本文"/>
              </a:rPr>
              <a:t>寒い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BAA80A8-BC94-4ED7-7E9E-D415E297D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356" y="4361688"/>
            <a:ext cx="1705984" cy="207302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BCDE02-C46C-0EC6-7662-ACBD09CFB944}"/>
              </a:ext>
            </a:extLst>
          </p:cNvPr>
          <p:cNvSpPr txBox="1"/>
          <p:nvPr/>
        </p:nvSpPr>
        <p:spPr>
          <a:xfrm>
            <a:off x="6163687" y="2567226"/>
            <a:ext cx="403187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000" b="1" dirty="0">
                <a:solidFill>
                  <a:schemeClr val="bg1"/>
                </a:solidFill>
                <a:latin typeface="游ゴシック 本文"/>
              </a:rPr>
              <a:t>会議室が</a:t>
            </a:r>
            <a:r>
              <a:rPr kumimoji="1" lang="ja-JP" altLang="en-US" sz="5000" b="1" dirty="0">
                <a:solidFill>
                  <a:schemeClr val="accent2">
                    <a:lumMod val="75000"/>
                  </a:schemeClr>
                </a:solidFill>
                <a:latin typeface="游ゴシック 本文"/>
              </a:rPr>
              <a:t>暑い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BCA17D6-0BC9-807E-B68F-F4DFAAF66ABA}"/>
              </a:ext>
            </a:extLst>
          </p:cNvPr>
          <p:cNvSpPr txBox="1"/>
          <p:nvPr/>
        </p:nvSpPr>
        <p:spPr>
          <a:xfrm>
            <a:off x="2156460" y="4098327"/>
            <a:ext cx="787908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000" b="1" dirty="0">
                <a:solidFill>
                  <a:schemeClr val="bg1"/>
                </a:solidFill>
                <a:latin typeface="游ゴシック 本文"/>
              </a:rPr>
              <a:t>そんな経験ありませんか？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5004D6-C0E0-CE5A-10E6-3439E0D2E059}"/>
              </a:ext>
            </a:extLst>
          </p:cNvPr>
          <p:cNvSpPr txBox="1"/>
          <p:nvPr/>
        </p:nvSpPr>
        <p:spPr>
          <a:xfrm>
            <a:off x="10163881" y="6559569"/>
            <a:ext cx="1788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latin typeface="游ゴシック 本文"/>
              </a:rPr>
              <a:t>https://soco-st.com/9933</a:t>
            </a:r>
            <a:endParaRPr kumimoji="1" lang="ja-JP" altLang="en-US" sz="1200" dirty="0">
              <a:solidFill>
                <a:schemeClr val="bg1"/>
              </a:solidFill>
              <a:latin typeface="游ゴシック 本文"/>
            </a:endParaRPr>
          </a:p>
        </p:txBody>
      </p:sp>
    </p:spTree>
    <p:extLst>
      <p:ext uri="{BB962C8B-B14F-4D97-AF65-F5344CB8AC3E}">
        <p14:creationId xmlns:p14="http://schemas.microsoft.com/office/powerpoint/2010/main" val="269898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0420254-9970-4AA8-DD33-7F2143F6A208}"/>
              </a:ext>
            </a:extLst>
          </p:cNvPr>
          <p:cNvGrpSpPr/>
          <p:nvPr/>
        </p:nvGrpSpPr>
        <p:grpSpPr>
          <a:xfrm>
            <a:off x="2590872" y="742750"/>
            <a:ext cx="3524252" cy="861774"/>
            <a:chOff x="968828" y="762000"/>
            <a:chExt cx="3524252" cy="861774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DE54850-CD7F-A81E-4201-1D0D649922A3}"/>
                </a:ext>
              </a:extLst>
            </p:cNvPr>
            <p:cNvSpPr txBox="1"/>
            <p:nvPr/>
          </p:nvSpPr>
          <p:spPr>
            <a:xfrm>
              <a:off x="968828" y="762000"/>
              <a:ext cx="3469219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000" b="1" dirty="0" err="1">
                  <a:solidFill>
                    <a:schemeClr val="bg1"/>
                  </a:solidFill>
                </a:rPr>
                <a:t>LayeRoom</a:t>
              </a:r>
              <a:endParaRPr kumimoji="1" lang="ja-JP" altLang="en-US" sz="5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3D62D38-B2B2-99AF-1973-F0BD423F46A9}"/>
                </a:ext>
              </a:extLst>
            </p:cNvPr>
            <p:cNvSpPr txBox="1"/>
            <p:nvPr/>
          </p:nvSpPr>
          <p:spPr>
            <a:xfrm>
              <a:off x="1023861" y="762000"/>
              <a:ext cx="3469219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000" b="1" dirty="0" err="1">
                  <a:solidFill>
                    <a:schemeClr val="bg2">
                      <a:lumMod val="75000"/>
                    </a:schemeClr>
                  </a:solidFill>
                </a:rPr>
                <a:t>LayeRoom</a:t>
              </a:r>
              <a:endParaRPr kumimoji="1" lang="ja-JP" altLang="en-US" sz="50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BD99A817-4080-563D-A9C6-4C9835605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1" t="11949" r="14129" b="15621"/>
          <a:stretch>
            <a:fillRect/>
          </a:stretch>
        </p:blipFill>
        <p:spPr>
          <a:xfrm>
            <a:off x="908558" y="742750"/>
            <a:ext cx="1376995" cy="1298483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C77903E-307D-93BF-EDB1-A5AB6A26AF69}"/>
              </a:ext>
            </a:extLst>
          </p:cNvPr>
          <p:cNvSpPr txBox="1"/>
          <p:nvPr/>
        </p:nvSpPr>
        <p:spPr>
          <a:xfrm>
            <a:off x="2557005" y="1671901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bg1"/>
                </a:solidFill>
              </a:rPr>
              <a:t>あなたに最適なコーディネートサポーター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5808F87D-830D-26DB-83B3-C6E32219E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1" t="39412" r="65754" b="20862"/>
          <a:stretch>
            <a:fillRect/>
          </a:stretch>
        </p:blipFill>
        <p:spPr>
          <a:xfrm>
            <a:off x="3841310" y="3000584"/>
            <a:ext cx="1982797" cy="2346333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05E69AE6-7D8F-54F6-2CAB-F4F4B4666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91" t="36072" r="-643" b="19710"/>
          <a:stretch>
            <a:fillRect/>
          </a:stretch>
        </p:blipFill>
        <p:spPr>
          <a:xfrm>
            <a:off x="6208849" y="2842029"/>
            <a:ext cx="2466407" cy="2427040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20D316-CF7E-0BBD-B1F5-43ACFD8ED641}"/>
              </a:ext>
            </a:extLst>
          </p:cNvPr>
          <p:cNvSpPr txBox="1"/>
          <p:nvPr/>
        </p:nvSpPr>
        <p:spPr>
          <a:xfrm>
            <a:off x="3663661" y="5269069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以前</a:t>
            </a:r>
            <a:r>
              <a:rPr kumimoji="1" lang="ja-JP" altLang="en-US" b="1" dirty="0">
                <a:solidFill>
                  <a:schemeClr val="bg1"/>
                </a:solidFill>
              </a:rPr>
              <a:t>似た気温の日に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着ていた服を</a:t>
            </a:r>
            <a:endParaRPr lang="en-US" altLang="ja-JP" b="1" dirty="0">
              <a:solidFill>
                <a:schemeClr val="bg1"/>
              </a:solidFill>
            </a:endParaRPr>
          </a:p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チェック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37AD343-35B8-B1DE-E43F-6B51324E735C}"/>
              </a:ext>
            </a:extLst>
          </p:cNvPr>
          <p:cNvSpPr txBox="1"/>
          <p:nvPr/>
        </p:nvSpPr>
        <p:spPr>
          <a:xfrm>
            <a:off x="3747620" y="2540638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6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気温別コーデ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D69AD08-A9A8-D311-FE05-AC460C11661D}"/>
              </a:ext>
            </a:extLst>
          </p:cNvPr>
          <p:cNvSpPr txBox="1"/>
          <p:nvPr/>
        </p:nvSpPr>
        <p:spPr>
          <a:xfrm>
            <a:off x="6328218" y="2550027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6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今日のひろば</a:t>
            </a:r>
            <a:endParaRPr kumimoji="1" lang="ja-JP" altLang="en-US" sz="26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068D3C9-4A07-7ED5-F5A4-D9BEAEE17758}"/>
              </a:ext>
            </a:extLst>
          </p:cNvPr>
          <p:cNvSpPr txBox="1"/>
          <p:nvPr/>
        </p:nvSpPr>
        <p:spPr>
          <a:xfrm>
            <a:off x="6348149" y="5251817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実際のみんなの声を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チェックしあえる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コミュニティ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F1246A3-A55A-BF28-0F70-8E6266FEBD4F}"/>
              </a:ext>
            </a:extLst>
          </p:cNvPr>
          <p:cNvSpPr txBox="1"/>
          <p:nvPr/>
        </p:nvSpPr>
        <p:spPr>
          <a:xfrm>
            <a:off x="9059086" y="2586394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6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クローゼット</a:t>
            </a:r>
            <a:endParaRPr kumimoji="1" lang="ja-JP" altLang="en-US" sz="26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03F9541-84BD-8334-6D75-C1E520300EB5}"/>
              </a:ext>
            </a:extLst>
          </p:cNvPr>
          <p:cNvSpPr txBox="1"/>
          <p:nvPr/>
        </p:nvSpPr>
        <p:spPr>
          <a:xfrm>
            <a:off x="8994137" y="5275789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自分の持っている服を</a:t>
            </a:r>
            <a:endParaRPr lang="en-US" altLang="ja-JP" b="1" dirty="0">
              <a:solidFill>
                <a:schemeClr val="bg1"/>
              </a:solidFill>
            </a:endParaRPr>
          </a:p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種類別に閲覧できる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47CD170E-3B92-5C1B-9F62-ABAC94274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1" t="36449" r="29517" b="19333"/>
          <a:stretch>
            <a:fillRect/>
          </a:stretch>
        </p:blipFill>
        <p:spPr>
          <a:xfrm>
            <a:off x="1107364" y="3183368"/>
            <a:ext cx="2012893" cy="1980764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AD3E1D7-938E-64DB-048B-61368223E2A4}"/>
              </a:ext>
            </a:extLst>
          </p:cNvPr>
          <p:cNvSpPr txBox="1"/>
          <p:nvPr/>
        </p:nvSpPr>
        <p:spPr>
          <a:xfrm>
            <a:off x="917141" y="5269069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あなただけの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おすすめのコーデ</a:t>
            </a:r>
            <a:r>
              <a:rPr lang="ja-JP" altLang="en-US" b="1" dirty="0">
                <a:solidFill>
                  <a:schemeClr val="bg1"/>
                </a:solidFill>
              </a:rPr>
              <a:t>を</a:t>
            </a:r>
            <a:endParaRPr lang="en-US" altLang="ja-JP" b="1" dirty="0">
              <a:solidFill>
                <a:schemeClr val="bg1"/>
              </a:solidFill>
            </a:endParaRPr>
          </a:p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提案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79BFD17-4793-FA81-65A8-0CFA46713187}"/>
              </a:ext>
            </a:extLst>
          </p:cNvPr>
          <p:cNvSpPr txBox="1"/>
          <p:nvPr/>
        </p:nvSpPr>
        <p:spPr>
          <a:xfrm>
            <a:off x="960691" y="2457308"/>
            <a:ext cx="21595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2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コーディネート</a:t>
            </a:r>
            <a:endParaRPr lang="en-US" altLang="ja-JP" sz="22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algn="ctr"/>
            <a:r>
              <a:rPr lang="ja-JP" altLang="en-US" sz="22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サポート</a:t>
            </a:r>
            <a:r>
              <a:rPr lang="en-US" altLang="ja-JP" sz="22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</a:t>
            </a:r>
            <a:endParaRPr kumimoji="1" lang="ja-JP" altLang="en-US" sz="22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2934AD7D-C72B-464D-9EE5-3A06DBA35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086" y="3071710"/>
            <a:ext cx="2089794" cy="220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1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01B11-EDF2-8135-BA8D-571F36B7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2787A45-333F-47E4-34B3-4D15C8192254}"/>
              </a:ext>
            </a:extLst>
          </p:cNvPr>
          <p:cNvGrpSpPr/>
          <p:nvPr/>
        </p:nvGrpSpPr>
        <p:grpSpPr>
          <a:xfrm>
            <a:off x="1629315" y="673976"/>
            <a:ext cx="3524252" cy="861774"/>
            <a:chOff x="968828" y="762000"/>
            <a:chExt cx="3524252" cy="861774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B25BB81-4A0B-70E8-AF5F-8ED27509B652}"/>
                </a:ext>
              </a:extLst>
            </p:cNvPr>
            <p:cNvSpPr txBox="1"/>
            <p:nvPr/>
          </p:nvSpPr>
          <p:spPr>
            <a:xfrm>
              <a:off x="968828" y="762000"/>
              <a:ext cx="3469219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000" b="1" dirty="0" err="1">
                  <a:solidFill>
                    <a:schemeClr val="bg1"/>
                  </a:solidFill>
                </a:rPr>
                <a:t>LayeRoom</a:t>
              </a:r>
              <a:endParaRPr kumimoji="1" lang="ja-JP" altLang="en-US" sz="5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A40FFCA-C955-64F5-052E-81CCEA693E98}"/>
                </a:ext>
              </a:extLst>
            </p:cNvPr>
            <p:cNvSpPr txBox="1"/>
            <p:nvPr/>
          </p:nvSpPr>
          <p:spPr>
            <a:xfrm>
              <a:off x="1023861" y="762000"/>
              <a:ext cx="3469219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000" b="1" dirty="0" err="1">
                  <a:solidFill>
                    <a:schemeClr val="bg2">
                      <a:lumMod val="75000"/>
                    </a:schemeClr>
                  </a:solidFill>
                </a:rPr>
                <a:t>LayeRoom</a:t>
              </a:r>
              <a:endParaRPr kumimoji="1" lang="ja-JP" altLang="en-US" sz="50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4CBB8254-F010-C637-807C-748211E7D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1" t="11949" r="14129" b="15621"/>
          <a:stretch>
            <a:fillRect/>
          </a:stretch>
        </p:blipFill>
        <p:spPr>
          <a:xfrm>
            <a:off x="845058" y="679250"/>
            <a:ext cx="784257" cy="739541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D9BC035A-372F-5C11-E6B8-6518D7B7B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1" t="36449" r="29517" b="19333"/>
          <a:stretch>
            <a:fillRect/>
          </a:stretch>
        </p:blipFill>
        <p:spPr>
          <a:xfrm>
            <a:off x="1848482" y="2673656"/>
            <a:ext cx="2012893" cy="1980764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C46E8A2-A173-AC98-35E9-36B9C80E9E08}"/>
              </a:ext>
            </a:extLst>
          </p:cNvPr>
          <p:cNvSpPr txBox="1"/>
          <p:nvPr/>
        </p:nvSpPr>
        <p:spPr>
          <a:xfrm>
            <a:off x="1389586" y="4739993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あなただけのおすすめの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コーデ</a:t>
            </a:r>
            <a:r>
              <a:rPr lang="ja-JP" altLang="en-US" b="1" dirty="0">
                <a:solidFill>
                  <a:schemeClr val="bg1"/>
                </a:solidFill>
              </a:rPr>
              <a:t>を提案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0A300AB-1BD2-CA39-0F4F-0C0BFA09EF9E}"/>
              </a:ext>
            </a:extLst>
          </p:cNvPr>
          <p:cNvSpPr txBox="1"/>
          <p:nvPr/>
        </p:nvSpPr>
        <p:spPr>
          <a:xfrm>
            <a:off x="760446" y="2095640"/>
            <a:ext cx="418896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6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コーディネートサポート</a:t>
            </a:r>
            <a:r>
              <a:rPr lang="en-US" altLang="ja-JP" sz="26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</a:t>
            </a:r>
            <a:endParaRPr kumimoji="1" lang="ja-JP" altLang="en-US" sz="26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87AA628-480A-A440-AD4E-335A4EFB1F5B}"/>
              </a:ext>
            </a:extLst>
          </p:cNvPr>
          <p:cNvSpPr/>
          <p:nvPr/>
        </p:nvSpPr>
        <p:spPr>
          <a:xfrm rot="19536388" flipV="1">
            <a:off x="4148943" y="3203368"/>
            <a:ext cx="1880928" cy="70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99233B0-831F-F21E-E5CA-A113BC0B1EF0}"/>
              </a:ext>
            </a:extLst>
          </p:cNvPr>
          <p:cNvSpPr/>
          <p:nvPr/>
        </p:nvSpPr>
        <p:spPr>
          <a:xfrm rot="2125193" flipV="1">
            <a:off x="4158069" y="4234827"/>
            <a:ext cx="1880928" cy="70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2E55F1-9E8E-512B-BF7F-BF73EAC78CA5}"/>
              </a:ext>
            </a:extLst>
          </p:cNvPr>
          <p:cNvSpPr txBox="1"/>
          <p:nvPr/>
        </p:nvSpPr>
        <p:spPr>
          <a:xfrm>
            <a:off x="5667291" y="1032755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2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写真でコーデ診断</a:t>
            </a:r>
            <a:endParaRPr kumimoji="1" lang="ja-JP" altLang="en-US" sz="22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74491A-4BC5-0404-607F-72E63357F493}"/>
              </a:ext>
            </a:extLst>
          </p:cNvPr>
          <p:cNvSpPr txBox="1"/>
          <p:nvPr/>
        </p:nvSpPr>
        <p:spPr>
          <a:xfrm>
            <a:off x="5667291" y="3855475"/>
            <a:ext cx="30059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2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教室のおすすめコーデ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D7783B6B-E1F9-9F84-EF78-2EFB10A658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8" t="20703" r="52881" b="27565"/>
          <a:stretch>
            <a:fillRect/>
          </a:stretch>
        </p:blipFill>
        <p:spPr>
          <a:xfrm>
            <a:off x="6104056" y="1535750"/>
            <a:ext cx="1759996" cy="174041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F9B1294B-AB92-6FD2-457B-148B2A5C1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90" t="20995" r="4649" b="27273"/>
          <a:stretch>
            <a:fillRect/>
          </a:stretch>
        </p:blipFill>
        <p:spPr>
          <a:xfrm>
            <a:off x="6083656" y="4286362"/>
            <a:ext cx="1759996" cy="1740417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56CCDE1-FAE2-7705-CF87-5401F6019678}"/>
              </a:ext>
            </a:extLst>
          </p:cNvPr>
          <p:cNvSpPr txBox="1"/>
          <p:nvPr/>
        </p:nvSpPr>
        <p:spPr>
          <a:xfrm>
            <a:off x="8155627" y="1880196"/>
            <a:ext cx="30059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今日のあなたのコーデを</a:t>
            </a:r>
            <a:endParaRPr lang="en-US" altLang="ja-JP" sz="2000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外気温・室温・湿度</a:t>
            </a:r>
            <a:endParaRPr kumimoji="1" lang="en-US" altLang="ja-JP" sz="2000" b="1" dirty="0">
              <a:solidFill>
                <a:schemeClr val="bg1"/>
              </a:solidFill>
            </a:endParaRPr>
          </a:p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から診断してくれる</a:t>
            </a:r>
            <a:endParaRPr kumimoji="1" lang="en-US" altLang="ja-JP" sz="2000" b="1" dirty="0">
              <a:solidFill>
                <a:schemeClr val="bg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815C0BE-21E6-4210-83C2-835E574F23CB}"/>
              </a:ext>
            </a:extLst>
          </p:cNvPr>
          <p:cNvSpPr txBox="1"/>
          <p:nvPr/>
        </p:nvSpPr>
        <p:spPr>
          <a:xfrm>
            <a:off x="7967921" y="4286362"/>
            <a:ext cx="35189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教室の室温を</a:t>
            </a:r>
            <a:endParaRPr kumimoji="1" lang="en-US" altLang="ja-JP" sz="2000" b="1" dirty="0">
              <a:solidFill>
                <a:schemeClr val="bg1"/>
              </a:solidFill>
            </a:endParaRPr>
          </a:p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リアルタイムで計測！</a:t>
            </a:r>
            <a:endParaRPr lang="en-US" altLang="ja-JP" sz="2000" b="1" dirty="0">
              <a:solidFill>
                <a:schemeClr val="bg1"/>
              </a:solidFill>
            </a:endParaRPr>
          </a:p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あなたの服から</a:t>
            </a:r>
            <a:endParaRPr lang="en-US" altLang="ja-JP" sz="2000" b="1" dirty="0">
              <a:solidFill>
                <a:schemeClr val="bg1"/>
              </a:solidFill>
            </a:endParaRPr>
          </a:p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最適なコーデを選んでくれる</a:t>
            </a:r>
            <a:endParaRPr lang="en-US" altLang="ja-JP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83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mo02">
            <a:hlinkClick r:id="" action="ppaction://media"/>
            <a:extLst>
              <a:ext uri="{FF2B5EF4-FFF2-40B4-BE49-F238E27FC236}">
                <a16:creationId xmlns:a16="http://schemas.microsoft.com/office/drawing/2014/main" id="{50D11073-283B-825D-0727-8C667F2512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08235" y="485430"/>
            <a:ext cx="3311515" cy="588713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107766-4B76-F1C8-561A-7645E527B476}"/>
              </a:ext>
            </a:extLst>
          </p:cNvPr>
          <p:cNvSpPr txBox="1"/>
          <p:nvPr/>
        </p:nvSpPr>
        <p:spPr>
          <a:xfrm>
            <a:off x="1216324" y="87989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デモ動画</a:t>
            </a:r>
            <a:endParaRPr kumimoji="1" lang="ja-JP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07799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45703B0-A4D7-BB76-1333-8B1157201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908" y="3589867"/>
            <a:ext cx="1700714" cy="284279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B02110-0AD4-A7D6-BC89-49E36B7B0CF8}"/>
              </a:ext>
            </a:extLst>
          </p:cNvPr>
          <p:cNvSpPr txBox="1"/>
          <p:nvPr/>
        </p:nvSpPr>
        <p:spPr>
          <a:xfrm>
            <a:off x="918230" y="2067294"/>
            <a:ext cx="13388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000" b="1" dirty="0">
                <a:solidFill>
                  <a:schemeClr val="bg1"/>
                </a:solidFill>
              </a:rPr>
              <a:t>毎日、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BCC9FAC-6ED5-FE20-54EF-7734801C8DE4}"/>
              </a:ext>
            </a:extLst>
          </p:cNvPr>
          <p:cNvSpPr txBox="1"/>
          <p:nvPr/>
        </p:nvSpPr>
        <p:spPr>
          <a:xfrm>
            <a:off x="3559569" y="1756228"/>
            <a:ext cx="3801041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0" b="1" dirty="0" err="1">
                <a:solidFill>
                  <a:schemeClr val="bg1"/>
                </a:solidFill>
              </a:rPr>
              <a:t>LayeRoom</a:t>
            </a:r>
            <a:endParaRPr kumimoji="1" lang="ja-JP" altLang="en-US" sz="5500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E4EC5D-5DCD-0086-B7A8-D5911AF80439}"/>
              </a:ext>
            </a:extLst>
          </p:cNvPr>
          <p:cNvSpPr txBox="1"/>
          <p:nvPr/>
        </p:nvSpPr>
        <p:spPr>
          <a:xfrm>
            <a:off x="3628208" y="1756227"/>
            <a:ext cx="3801041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0" b="1" dirty="0" err="1">
                <a:solidFill>
                  <a:schemeClr val="bg2">
                    <a:lumMod val="75000"/>
                  </a:schemeClr>
                </a:solidFill>
              </a:rPr>
              <a:t>LayeRoom</a:t>
            </a:r>
            <a:endParaRPr kumimoji="1" lang="ja-JP" altLang="en-US" sz="55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84666E-5DD2-54A8-7368-A91C7DA1A4EA}"/>
              </a:ext>
            </a:extLst>
          </p:cNvPr>
          <p:cNvSpPr txBox="1"/>
          <p:nvPr/>
        </p:nvSpPr>
        <p:spPr>
          <a:xfrm>
            <a:off x="7443712" y="2067294"/>
            <a:ext cx="38459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で </a:t>
            </a:r>
            <a:r>
              <a:rPr lang="en-US" altLang="ja-JP" sz="3000" b="1" dirty="0">
                <a:solidFill>
                  <a:schemeClr val="bg1"/>
                </a:solidFill>
              </a:rPr>
              <a:t>“</a:t>
            </a:r>
            <a:r>
              <a:rPr lang="ja-JP" altLang="en-US" sz="3000" b="1" dirty="0">
                <a:solidFill>
                  <a:schemeClr val="bg1"/>
                </a:solidFill>
              </a:rPr>
              <a:t>最適なコーデ</a:t>
            </a:r>
            <a:r>
              <a:rPr lang="en-US" altLang="ja-JP" sz="3000" b="1" dirty="0">
                <a:solidFill>
                  <a:schemeClr val="bg1"/>
                </a:solidFill>
              </a:rPr>
              <a:t>“</a:t>
            </a:r>
            <a:r>
              <a:rPr lang="ja-JP" altLang="en-US" sz="3000" b="1" dirty="0">
                <a:solidFill>
                  <a:schemeClr val="bg1"/>
                </a:solidFill>
              </a:rPr>
              <a:t> を</a:t>
            </a:r>
            <a:endParaRPr kumimoji="1" lang="ja-JP" altLang="en-US" sz="3000" b="1" dirty="0">
              <a:solidFill>
                <a:schemeClr val="bg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252881E-5E0B-6212-F22A-0E207DD0D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1" t="11949" r="14129" b="15621"/>
          <a:stretch>
            <a:fillRect/>
          </a:stretch>
        </p:blipFill>
        <p:spPr>
          <a:xfrm>
            <a:off x="2236750" y="1322809"/>
            <a:ext cx="1376995" cy="1298483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349B5E5-E56A-C827-43F1-FF103A230C99}"/>
              </a:ext>
            </a:extLst>
          </p:cNvPr>
          <p:cNvSpPr txBox="1"/>
          <p:nvPr/>
        </p:nvSpPr>
        <p:spPr>
          <a:xfrm>
            <a:off x="10163881" y="6559569"/>
            <a:ext cx="1788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latin typeface="游ゴシック 本文"/>
              </a:rPr>
              <a:t>https://soco-st.com/9933</a:t>
            </a:r>
            <a:endParaRPr kumimoji="1" lang="ja-JP" altLang="en-US" sz="1200" dirty="0">
              <a:solidFill>
                <a:schemeClr val="bg1"/>
              </a:solidFill>
              <a:latin typeface="游ゴシック 本文"/>
            </a:endParaRPr>
          </a:p>
        </p:txBody>
      </p:sp>
    </p:spTree>
    <p:extLst>
      <p:ext uri="{BB962C8B-B14F-4D97-AF65-F5344CB8AC3E}">
        <p14:creationId xmlns:p14="http://schemas.microsoft.com/office/powerpoint/2010/main" val="304813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2222D-39EB-4081-9B72-1F38962F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1619FC-D4DB-7E31-DBC8-966560180B1C}"/>
              </a:ext>
            </a:extLst>
          </p:cNvPr>
          <p:cNvSpPr txBox="1"/>
          <p:nvPr/>
        </p:nvSpPr>
        <p:spPr>
          <a:xfrm>
            <a:off x="2412940" y="3075057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2171575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189</Words>
  <Application>Microsoft Office PowerPoint</Application>
  <PresentationFormat>ワイド画面</PresentationFormat>
  <Paragraphs>55</Paragraphs>
  <Slides>7</Slides>
  <Notes>5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游ゴシック 本文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HOSOKAWA Yuka</dc:creator>
  <cp:lastModifiedBy>HOSOKAWA Yuka</cp:lastModifiedBy>
  <cp:revision>62</cp:revision>
  <dcterms:created xsi:type="dcterms:W3CDTF">2026-10-25T04:09:18Z</dcterms:created>
  <dcterms:modified xsi:type="dcterms:W3CDTF">2026-10-25T18:10:54Z</dcterms:modified>
</cp:coreProperties>
</file>